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dff6b605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dff6b605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dff6b605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dff6b605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dff6b605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dff6b605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dff6b605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dff6b605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dff6b605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dff6b605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dff6b605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dff6b605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dff6b605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dff6b605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4552475"/>
            <a:ext cx="3021600" cy="5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Rusch &amp; Meisl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7700" y="91600"/>
            <a:ext cx="4024076" cy="495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Aktueller Stand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856" y="1017726"/>
            <a:ext cx="7140295" cy="3945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Aktueller Stand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600" y="1152475"/>
            <a:ext cx="7352800" cy="36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Ergebnisse / Lehren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Basic Setups bereits vor der Übung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DVWP vielleicht nicht so geeignet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Hetzner ist kein Fan von Nmap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Erste Scans - mit/ohne credentials</a:t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974" y="1152475"/>
            <a:ext cx="7756049" cy="382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Erste Scans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Telnet - unencrypted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/>
              <a:t>FTP - anonymous login</a:t>
            </a:r>
            <a:endParaRPr/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8775" y="2609050"/>
            <a:ext cx="5153051" cy="2433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8782" y="109275"/>
            <a:ext cx="4430168" cy="243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Erste Scans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8625" y="295475"/>
            <a:ext cx="6636176" cy="114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8625" y="1557000"/>
            <a:ext cx="6636177" cy="1701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38625" y="3375350"/>
            <a:ext cx="4684349" cy="1666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de"/>
              <a:t>Erste Scans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8313" y="1152463"/>
            <a:ext cx="5207374" cy="375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